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Coffee Hub Recommendations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24693197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Report uses coffee review database (2,095 reviews across origins, roasters, and roast strengths)</a:t>
            </a:r>
          </a:p>
          <a:p>
            <a:pPr lvl="0"/>
            <a:r>
              <a:rPr/>
              <a:t>Generates various plots in order to help the Entrepreneur identify the best growing region, roast strength and supplier (to match student-tastes) for the new Neelsie shop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Origin vs. Cost Scatter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Northern Sumatra is both the highest-rated origin and inexpensive, while Cobán shows a well-rated coffee can be found for under $4. Thus, high rating doesn’t require a high price in this data.</a:t>
            </a:r>
          </a:p>
        </p:txBody>
      </p:sp>
      <p:pic>
        <p:nvPicPr>
          <p:cNvPr descr="Question1_files/Question1_files/figure-pptx/origin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55600"/>
            <a:ext cx="5105400" cy="408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Roast Strength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Light and Medium-Light roasts consistently outscore Medium, Medium-Dark, and especially Dark roasts.</a:t>
            </a:r>
          </a:p>
        </p:txBody>
      </p:sp>
      <p:pic>
        <p:nvPicPr>
          <p:cNvPr descr="Question1_files/Question1_files/figure-pptx/roast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55600"/>
            <a:ext cx="5105400" cy="408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Top Suppliers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Top-rated suppliers under $20/100g with at least 5 reviews each.</a:t>
            </a:r>
          </a:p>
        </p:txBody>
      </p:sp>
      <p:pic>
        <p:nvPicPr>
          <p:cNvPr descr="Question1_files/Question1_files/figure-pptx/supplier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55600"/>
            <a:ext cx="5105400" cy="408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Matching Student Preferences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Reviews from Yemen, Tarrazu, and Boquete mention student-preferred </a:t>
            </a:r>
            <a:r>
              <a:rPr i="1"/>
              <a:t>flavour</a:t>
            </a:r>
            <a:r>
              <a:rPr/>
              <a:t> words (chocolate, aroma, savory, toned, sweetly, tart).</a:t>
            </a:r>
          </a:p>
        </p:txBody>
      </p:sp>
      <p:pic>
        <p:nvPicPr>
          <p:cNvPr descr="Question1_files/Question1_files/figure-pptx/keyword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55600"/>
            <a:ext cx="5105400" cy="408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Roast Strength: Aim to prioritise Light/Medium-Light across all stock.</a:t>
            </a:r>
          </a:p>
          <a:p>
            <a:pPr lvl="0"/>
            <a:r>
              <a:rPr/>
              <a:t>Stellenbosch Students Taste Match: Kochere, Yemen, and Boquete best match what Stellenbosch students say they like.</a:t>
            </a:r>
          </a:p>
          <a:p>
            <a:pPr lvl="0"/>
            <a:r>
              <a:rPr/>
              <a:t>Top pick: Northern Sumatra, since it is top-rated and surprisingly affordable.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Coffee Hub Recommendations</dc:title>
  <dc:creator>24693197</dc:creator>
  <cp:keywords/>
  <dcterms:created xsi:type="dcterms:W3CDTF">2026-06-17T15:27:23Z</dcterms:created>
  <dcterms:modified xsi:type="dcterms:W3CDTF">2026-06-17T15:27:23Z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utput">
    <vt:lpwstr>powerpoint_presentation</vt:lpwstr>
  </property>
</Properties>
</file>